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3-workflow n8n automation that triages customer support tickets end-to-end using AI agents, with full error handling and human review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problem. Without automation, support teams spend significant time on manual triage, create inconsistent records, have no resilience when AI models fail, and generate no audit-grade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workflows at high level. Workflow 1 is the main pipeline, Workflow 3 is called as a sub-workflow by Workflow 1 for high-urgency tickets, and Workflow 2 is the global error handler set on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node. Key point: both AI agents use Groq as primary with Mistral as fallback, outputs are schema-validated structured JSON, and every ticket is persisted to the sheet before any routing decision is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two key design decisions: (1) every agent has a model fallback, so a Groq outage does not stop processing; (2) structured output parsers mean the workflow always receives valid typed fields — no try-catch around JSON.parse().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workflow is set as the Error Workflow in n8n settings for all three workflows. The severity classifier uses a regex match on the error message — any auth/quota/rate-limit error becomes HIGH and fires an escalation email with the execution URL for immediate remediation.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design choice here: the customer reply is a DRAFT, not a sent email. This maintains human oversight for anything customer-facing, which is the responsible production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sheets are in the same Google Spreadsheet. Point out the ModelUsed field in TriagedTickets — it records which AI model (and therefore which fallback path) was actually used for each ticket, which is valuable for performance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metrics come directly from the workflow design choices — not aspirational numbers. Use these to anchor the business case when presenting to non-technical stakeholders.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all assets are in the GitHub repo. Invite questions. Key talking point if challenged: the human-in-the-loop draft gate was a deliberate design choice — not a limitation — because auto-sending customer emails without review is not production-safe.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4114800" cy="4114800"/>
          </a:xfrm>
          <a:prstGeom prst="ellipse">
            <a:avLst/>
          </a:prstGeom>
          <a:solidFill>
            <a:srgbClr val="1E40AF">
              <a:alpha val="25000"/>
            </a:srgbClr>
          </a:solidFill>
          <a:ln w="12700">
            <a:solidFill>
              <a:srgbClr val="1E40A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365760"/>
            <a:ext cx="2560320" cy="2560320"/>
          </a:xfrm>
          <a:prstGeom prst="ellipse">
            <a:avLst/>
          </a:prstGeom>
          <a:solidFill>
            <a:srgbClr val="3B82F6">
              <a:alpha val="35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60120"/>
            <a:ext cx="219456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n8n  ·  AI Agents  ·  Google Sheets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Triage Bot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Support Workflow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29077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3-workflow n8n system · AI triage · human-in-the-loop escalation · full audit trail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3200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Project  ·  Moringa School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4630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28600" y="32461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support processes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at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49040" y="41148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49040" y="576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749040" y="978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triage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58768" y="13258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read every ticket individually before routing — hours of delay.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41148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576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97840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categorisation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56248" y="132588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agents label the same issue differently; reports are unreliable.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26060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2770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49040" y="3172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 on AI failure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8768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model outage stops the entire pipeline with no recovery path.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60604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27706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3172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audit trail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56248" y="35204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 of which model processed which ticket, when, or why.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3-Workflow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00200"/>
            <a:ext cx="274320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33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read tickets → filter new → Janitor AI clean → Triage Officer draft → log → escalate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00584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600200"/>
            <a:ext cx="27432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033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64408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2029968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workflow error → extract details → classify severity → append ErrorLog → alert email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100584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00584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1600200"/>
            <a:ext cx="27432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033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08776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Response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45936" y="2029968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for HIGH urgency → send internal alert + create customer reply draft for human review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63240" y="3520440"/>
            <a:ext cx="640080" cy="0"/>
          </a:xfrm>
          <a:prstGeom prst="line">
            <a:avLst/>
          </a:prstGeom>
          <a:noFill/>
          <a:ln w="19050">
            <a:solidFill>
              <a:srgbClr val="1E40A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063240" y="3337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40AF"/>
                </a:solidFill>
              </a:rPr>
              <a:t>calls →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9320" y="3520440"/>
            <a:ext cx="6400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89320" y="33375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errors 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572000"/>
            <a:ext cx="16916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n8n orchestration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11680" y="4572000"/>
            <a:ext cx="16916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Groq LLaMA-3.3-70b primary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94760" y="4572000"/>
            <a:ext cx="16916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Mistral Large fallback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0" y="4572000"/>
            <a:ext cx="16916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Google Sheets audit log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60920" y="4572000"/>
            <a:ext cx="169164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Gmail escalation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1 — Data Processing Pipeline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3C5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784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ticket batch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73936" y="1289304"/>
            <a:ext cx="2011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5104" y="9601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75104" y="9784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Tickets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75104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47872" y="1289304"/>
            <a:ext cx="2011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9601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9784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New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tickets only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21808" y="1289304"/>
            <a:ext cx="2011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22976" y="9601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9784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Janitor AI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22976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categorise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95744" y="1289304"/>
            <a:ext cx="2011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96012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97840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96912" y="130759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+ draft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97496" y="1618488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47872" y="196596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19842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Record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47872" y="23134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triaged item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2295144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196596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19842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 Sheet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23134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TriagedTickets tab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67728" y="2295144"/>
            <a:ext cx="182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42048" y="196596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1984248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Urgent?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42048" y="231343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urgency gate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028432" y="2295144"/>
            <a:ext cx="0" cy="41148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40880" y="274320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2761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3054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Response WF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90688" y="25786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</a:rPr>
              <a:t>YES ↓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42048" y="2295144"/>
            <a:ext cx="-5029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2743200"/>
            <a:ext cx="1572768" cy="594360"/>
          </a:xfrm>
          <a:prstGeom prst="roundRect">
            <a:avLst>
              <a:gd name="adj" fmla="val 1230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276148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Non-Urgent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0" y="30540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only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93408" y="25786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 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96696" y="1618488"/>
            <a:ext cx="0" cy="502920"/>
          </a:xfrm>
          <a:prstGeom prst="line">
            <a:avLst/>
          </a:prstGeom>
          <a:noFill/>
          <a:ln w="9525">
            <a:solidFill>
              <a:srgbClr val="DC2626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201168" y="2148840"/>
            <a:ext cx="1572768" cy="502920"/>
          </a:xfrm>
          <a:prstGeom prst="roundRect">
            <a:avLst>
              <a:gd name="adj" fmla="val 12727"/>
            </a:avLst>
          </a:prstGeom>
          <a:solidFill>
            <a:srgbClr val="FEF2F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1168" y="214884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failed (caught)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01168" y="3520440"/>
            <a:ext cx="65836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65760" y="3566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built-in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65760" y="3913632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Schema-enforced JSON outputs (Groq + Mistral)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160520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primary → Mistral fallback on both agents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4407408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Retry-on-fail (3×) + continue-on-error so one bad row never kills batch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65760" y="4654296"/>
            <a:ext cx="6400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logged to TriagedTickets BEFORE escalation decision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 — Two-Stage Pipeline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4041648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868680"/>
          </a:xfrm>
          <a:prstGeom prst="roundRect">
            <a:avLst>
              <a:gd name="adj" fmla="val 12632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416052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Janitor Agent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938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2128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→ Mistral Large fallback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651760"/>
            <a:ext cx="374904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24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8986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CleanCategory (enum), IsDuplicate (bool)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337560"/>
            <a:ext cx="374904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310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35844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free-text category to canonical values; flag likely duplicate tickets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4023360"/>
            <a:ext cx="374904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995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" y="42702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JSON, schema-enforced via output parser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160520" cy="4041648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960120"/>
            <a:ext cx="4160520" cy="868680"/>
          </a:xfrm>
          <a:prstGeom prst="roundRect">
            <a:avLst>
              <a:gd name="adj" fmla="val 1263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463040"/>
            <a:ext cx="41605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98755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Officer Agent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709160" y="14173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&amp; Draft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73752" y="1938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73752" y="22128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→ Mistral Large fallback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73752" y="2651760"/>
            <a:ext cx="374904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624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73752" y="28986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(High/Medium/Low), SuggestedResponse (string)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73752" y="3337560"/>
            <a:ext cx="374904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310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73752" y="35844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urgency from cleaned ticket; draft a customer-ready reply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73752" y="4023360"/>
            <a:ext cx="3749040" cy="0"/>
          </a:xfrm>
          <a:prstGeom prst="line">
            <a:avLst/>
          </a:prstGeom>
          <a:noFill/>
          <a:ln w="508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9959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73752" y="427024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JSON, schema-enforced via output parser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663440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share the same fallback architecture: Groq primary → if unavailable → Mistral Large. Schema-enforced outputs eliminate fragile JSON string-parsing.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2 — Error Handling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1572768" cy="777240"/>
          </a:xfrm>
          <a:prstGeom prst="roundRect">
            <a:avLst>
              <a:gd name="adj" fmla="val 1058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Workflow Error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14264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trigger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55648" y="1435608"/>
            <a:ext cx="192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7672" y="1051560"/>
            <a:ext cx="1572768" cy="777240"/>
          </a:xfrm>
          <a:prstGeom prst="roundRect">
            <a:avLst>
              <a:gd name="adj" fmla="val 1058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7672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Details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47672" y="14264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node · message · URL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20440" y="1435608"/>
            <a:ext cx="192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1051560"/>
            <a:ext cx="1572768" cy="777240"/>
          </a:xfrm>
          <a:prstGeom prst="roundRect">
            <a:avLst>
              <a:gd name="adj" fmla="val 1058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Severity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12464" y="14264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Auth/quota/rate-limit → HIGH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85232" y="1435608"/>
            <a:ext cx="192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77256" y="1051560"/>
            <a:ext cx="1572768" cy="777240"/>
          </a:xfrm>
          <a:prstGeom prst="roundRect">
            <a:avLst>
              <a:gd name="adj" fmla="val 1058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77256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ErrorLog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77256" y="14264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tab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50024" y="1435608"/>
            <a:ext cx="19202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42048" y="1051560"/>
            <a:ext cx="1572768" cy="777240"/>
          </a:xfrm>
          <a:prstGeom prst="roundRect">
            <a:avLst>
              <a:gd name="adj" fmla="val 10588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42048" y="1078992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Escalate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42048" y="14264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urgent · else standard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19456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1945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468880"/>
            <a:ext cx="41148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21284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severity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2798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credential failure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182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exceeded (429)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566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(403)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access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" y="4617720"/>
            <a:ext cx="3840480" cy="256032"/>
          </a:xfrm>
          <a:prstGeom prst="roundRect">
            <a:avLst>
              <a:gd name="adj" fmla="val 17857"/>
            </a:avLst>
          </a:prstGeom>
          <a:solidFill>
            <a:srgbClr val="FEF2F2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617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email sent immediately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219456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21945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0" y="2468880"/>
            <a:ext cx="411480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221284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severity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27980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node failure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31821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error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12080" y="35661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3950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other exception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166360" y="4617720"/>
            <a:ext cx="384048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4617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notification email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3 — Human Response / Email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38160" y="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EF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69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WF1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urgency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417320"/>
            <a:ext cx="640080" cy="-594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417320"/>
            <a:ext cx="640080" cy="5943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658368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658368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850392"/>
            <a:ext cx="2606040" cy="1920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6766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Urgent Alert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82112" y="107899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 (immediate)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TicketID, urgency, AI draft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63240" y="1993392"/>
            <a:ext cx="2606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63240" y="1993392"/>
            <a:ext cx="2606040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185416"/>
            <a:ext cx="2606040" cy="1920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20116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Reply Draft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82112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draft (NOT sent)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email
</a:t>
            </a:r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suggested response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0" y="1207008"/>
            <a:ext cx="548640" cy="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2542032"/>
            <a:ext cx="548640" cy="-548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481328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48132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8595360" cy="1645920"/>
          </a:xfrm>
          <a:prstGeom prst="roundRect">
            <a:avLst>
              <a:gd name="adj" fmla="val 5556"/>
            </a:avLst>
          </a:prstGeom>
          <a:solidFill>
            <a:srgbClr val="FFFBE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015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🔐  Human-in-the-loop design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82219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AI-suggested reply is saved as a Gmail draft — never auto-sent. A human must review and click Send.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6966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a human in control of every customer-facing message: safe for production, sellable to clients.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51713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Retry-on-fail (3×, 2 s wait) on the internal alert; draft creation uses continue-on-error to avoid blocking.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Audit Logging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TriagedTickets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56232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56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CustomerEmail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03704"/>
            <a:ext cx="41148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037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51176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511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CleanCategory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98648"/>
            <a:ext cx="41148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986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IsDuplicate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46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593592"/>
            <a:ext cx="41148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935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SuggestedResponse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941064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410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ModelUsed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288536"/>
            <a:ext cx="41148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885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0058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005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ErrorLog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508760"/>
            <a:ext cx="41148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5087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1856232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856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203704"/>
            <a:ext cx="41148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2037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FailedNode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51176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5511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ErrorMessage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2898648"/>
            <a:ext cx="411480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8986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246120"/>
            <a:ext cx="41148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246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ExecutionUrl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461772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every ticket is logged to TriagedTickets (with model + timestamp) BEFORE the escalation decision is made — full audit trail regardless of downstream outcome.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657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24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618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Schema-enforced JSON from both agents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24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2618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1460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redundancy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3317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primary + Mistral fallback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24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2618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3317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sheets + alert nodes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1228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24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261872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812280" y="2011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23317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error classified + logged + alerted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035808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0D244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35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are automatically categorised, prioritised, and draft replies prepared — staff only review and send.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3035808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0D244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035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3649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fallback + retry logic + per-row error isolation means one failure never kills the batch.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023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0D244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23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Governance-ready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3525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logged with model, timestamp, and outcome before any downstream action — full audit trail.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40233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0D2440"/>
          </a:solidFill>
          <a:ln w="6350">
            <a:solidFill>
              <a:srgbClr val="1E4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023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435254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escalation triggers a human review gate; customer-facing drafts require human approval before sending.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1E40AF">
              <a:alpha val="20000"/>
            </a:srgbClr>
          </a:solidFill>
          <a:ln w="12700">
            <a:solidFill>
              <a:srgbClr val="1E40A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complete.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114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Triage Bot delivers automated, AI-powered customer support triage with full resilience, schema-enforced outputs, and a human-in-the-loop review gate for every customer-facing action.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n8n workflows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· Error handling · Human response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43230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 agents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38928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Janitor (clean) + Triage Officer (prioritise + draft)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638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fallback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 → Mistral Large on both 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1638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log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38928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TriagedTickets + ErrorLog in Google Sheets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33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workflow JSON files, documentation, and project assets available at: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41330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github.com/[your-username]/ai-triage-bot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Triage Bot — Workflow Automation Project</dc:title>
  <dc:subject>PptxGenJS Presentation</dc:subject>
  <dc:creator>PptxGenJS</dc:creator>
  <cp:lastModifiedBy>PptxGenJS</cp:lastModifiedBy>
  <cp:revision>1</cp:revision>
  <dcterms:created xsi:type="dcterms:W3CDTF">2026-06-10T09:53:31Z</dcterms:created>
  <dcterms:modified xsi:type="dcterms:W3CDTF">2026-06-10T09:53:31Z</dcterms:modified>
</cp:coreProperties>
</file>